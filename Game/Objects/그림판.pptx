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1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</p:spPr>
        <p:txBody>
          <a:bodyPr anchor="b"/>
          <a:lstStyle>
            <a:lvl1pPr algn="ctr">
              <a:defRPr sz="9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</p:spPr>
        <p:txBody>
          <a:bodyPr/>
          <a:lstStyle>
            <a:lvl1pPr marL="0" indent="0" algn="ctr">
              <a:buNone/>
              <a:defRPr sz="3600"/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AEC798-097D-4CC0-8FC4-AE38FC7ECE7F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A795F-D222-4098-8C64-720E35EE96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7562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AEC798-097D-4CC0-8FC4-AE38FC7ECE7F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A795F-D222-4098-8C64-720E35EE96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88422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7775" y="2564608"/>
            <a:ext cx="15773400" cy="4279106"/>
          </a:xfrm>
        </p:spPr>
        <p:txBody>
          <a:bodyPr anchor="b"/>
          <a:lstStyle>
            <a:lvl1pPr>
              <a:defRPr sz="9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7775" y="6884195"/>
            <a:ext cx="15773400" cy="2250281"/>
          </a:xfrm>
        </p:spPr>
        <p:txBody>
          <a:bodyPr/>
          <a:lstStyle>
            <a:lvl1pPr marL="0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1pPr>
            <a:lvl2pPr marL="685800" indent="0">
              <a:buNone/>
              <a:defRPr sz="30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AEC798-097D-4CC0-8FC4-AE38FC7ECE7F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A795F-D222-4098-8C64-720E35EE96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64381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738438"/>
            <a:ext cx="7772400" cy="65270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2738438"/>
            <a:ext cx="7772400" cy="65270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AEC798-097D-4CC0-8FC4-AE38FC7ECE7F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A795F-D222-4098-8C64-720E35EE96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99380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547688"/>
            <a:ext cx="15773400" cy="198834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3" y="2521745"/>
            <a:ext cx="7736681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3" y="3757613"/>
            <a:ext cx="7736681" cy="552688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0" y="2521745"/>
            <a:ext cx="7774782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0" y="3757613"/>
            <a:ext cx="7774782" cy="552688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AEC798-097D-4CC0-8FC4-AE38FC7ECE7F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A795F-D222-4098-8C64-720E35EE96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3561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AEC798-097D-4CC0-8FC4-AE38FC7ECE7F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A795F-D222-4098-8C64-720E35EE96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9019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AEC798-097D-4CC0-8FC4-AE38FC7ECE7F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A795F-D222-4098-8C64-720E35EE96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11153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2" y="1481138"/>
            <a:ext cx="9258300" cy="7310438"/>
          </a:xfrm>
        </p:spPr>
        <p:txBody>
          <a:bodyPr/>
          <a:lstStyle>
            <a:lvl1pPr>
              <a:defRPr sz="4800"/>
            </a:lvl1pPr>
            <a:lvl2pPr>
              <a:defRPr sz="4200"/>
            </a:lvl2pPr>
            <a:lvl3pPr>
              <a:defRPr sz="36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AEC798-097D-4CC0-8FC4-AE38FC7ECE7F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A795F-D222-4098-8C64-720E35EE96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4985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774782" y="1481138"/>
            <a:ext cx="9258300" cy="7310438"/>
          </a:xfrm>
        </p:spPr>
        <p:txBody>
          <a:bodyPr anchor="t"/>
          <a:lstStyle>
            <a:lvl1pPr marL="0" indent="0">
              <a:buNone/>
              <a:defRPr sz="4800"/>
            </a:lvl1pPr>
            <a:lvl2pPr marL="685800" indent="0">
              <a:buNone/>
              <a:defRPr sz="4200"/>
            </a:lvl2pPr>
            <a:lvl3pPr marL="1371600" indent="0">
              <a:buNone/>
              <a:defRPr sz="3600"/>
            </a:lvl3pPr>
            <a:lvl4pPr marL="2057400" indent="0">
              <a:buNone/>
              <a:defRPr sz="3000"/>
            </a:lvl4pPr>
            <a:lvl5pPr marL="2743200" indent="0">
              <a:buNone/>
              <a:defRPr sz="3000"/>
            </a:lvl5pPr>
            <a:lvl6pPr marL="3429000" indent="0">
              <a:buNone/>
              <a:defRPr sz="3000"/>
            </a:lvl6pPr>
            <a:lvl7pPr marL="4114800" indent="0">
              <a:buNone/>
              <a:defRPr sz="3000"/>
            </a:lvl7pPr>
            <a:lvl8pPr marL="4800600" indent="0">
              <a:buNone/>
              <a:defRPr sz="3000"/>
            </a:lvl8pPr>
            <a:lvl9pPr marL="5486400" indent="0">
              <a:buNone/>
              <a:defRPr sz="3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AEC798-097D-4CC0-8FC4-AE38FC7ECE7F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A795F-D222-4098-8C64-720E35EE96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79889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AEC798-097D-4CC0-8FC4-AE38FC7ECE7F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A795F-D222-4098-8C64-720E35EE96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51965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0" y="547688"/>
            <a:ext cx="3943350" cy="871775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547688"/>
            <a:ext cx="11601450" cy="871775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AEC798-097D-4CC0-8FC4-AE38FC7ECE7F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A795F-D222-4098-8C64-720E35EE96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98826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AEC798-097D-4CC0-8FC4-AE38FC7ECE7F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6A795F-D222-4098-8C64-720E35EE96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866573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371600" rtl="0" eaLnBrk="1" latinLnBrk="1" hangingPunct="1">
        <a:lnSpc>
          <a:spcPct val="90000"/>
        </a:lnSpc>
        <a:spcBef>
          <a:spcPct val="0"/>
        </a:spcBef>
        <a:buNone/>
        <a:defRPr sz="6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1371600" rtl="0" eaLnBrk="1" latinLnBrk="1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0" indent="-342900" algn="l" defTabSz="13716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0" indent="-342900" algn="l" defTabSz="13716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0" indent="-342900" algn="l" defTabSz="13716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0" indent="-342900" algn="l" defTabSz="13716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0" indent="-342900" algn="l" defTabSz="13716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1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1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1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1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1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1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1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1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1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69D79A9C-F2E6-4294-AFB9-B72CE6FEB325}"/>
              </a:ext>
            </a:extLst>
          </p:cNvPr>
          <p:cNvCxnSpPr/>
          <p:nvPr/>
        </p:nvCxnSpPr>
        <p:spPr>
          <a:xfrm>
            <a:off x="571500" y="2"/>
            <a:ext cx="0" cy="5786438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A03CB81F-031F-7EF1-35F7-27F0FA8CD5F5}"/>
              </a:ext>
            </a:extLst>
          </p:cNvPr>
          <p:cNvCxnSpPr/>
          <p:nvPr/>
        </p:nvCxnSpPr>
        <p:spPr>
          <a:xfrm>
            <a:off x="1143000" y="2"/>
            <a:ext cx="0" cy="5786438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FEB1F0C8-2242-CCCF-FB71-159EDA452762}"/>
              </a:ext>
            </a:extLst>
          </p:cNvPr>
          <p:cNvCxnSpPr/>
          <p:nvPr/>
        </p:nvCxnSpPr>
        <p:spPr>
          <a:xfrm>
            <a:off x="1714500" y="2"/>
            <a:ext cx="0" cy="5786438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7AE82D9C-4D65-F4A6-5938-C5D2984F20B0}"/>
              </a:ext>
            </a:extLst>
          </p:cNvPr>
          <p:cNvCxnSpPr/>
          <p:nvPr/>
        </p:nvCxnSpPr>
        <p:spPr>
          <a:xfrm>
            <a:off x="2286000" y="2"/>
            <a:ext cx="0" cy="5786438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31606EFD-822C-CE40-A107-5050B7D4801A}"/>
              </a:ext>
            </a:extLst>
          </p:cNvPr>
          <p:cNvCxnSpPr/>
          <p:nvPr/>
        </p:nvCxnSpPr>
        <p:spPr>
          <a:xfrm>
            <a:off x="2857500" y="1183"/>
            <a:ext cx="0" cy="5786438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D1A9843C-FEFE-646C-BB03-A458D16919DD}"/>
              </a:ext>
            </a:extLst>
          </p:cNvPr>
          <p:cNvCxnSpPr/>
          <p:nvPr/>
        </p:nvCxnSpPr>
        <p:spPr>
          <a:xfrm>
            <a:off x="3429000" y="1183"/>
            <a:ext cx="0" cy="5786438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CE3F48BE-AB03-8EEC-275A-7D9BEE432F08}"/>
              </a:ext>
            </a:extLst>
          </p:cNvPr>
          <p:cNvCxnSpPr/>
          <p:nvPr/>
        </p:nvCxnSpPr>
        <p:spPr>
          <a:xfrm>
            <a:off x="4000500" y="1183"/>
            <a:ext cx="0" cy="5786438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A6A5E421-2098-AEB9-A982-F7FFD21737B3}"/>
              </a:ext>
            </a:extLst>
          </p:cNvPr>
          <p:cNvCxnSpPr/>
          <p:nvPr/>
        </p:nvCxnSpPr>
        <p:spPr>
          <a:xfrm>
            <a:off x="4572000" y="1183"/>
            <a:ext cx="0" cy="5786438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43A3E96B-DF42-E179-05BA-ECA2CB56EAF7}"/>
              </a:ext>
            </a:extLst>
          </p:cNvPr>
          <p:cNvCxnSpPr/>
          <p:nvPr/>
        </p:nvCxnSpPr>
        <p:spPr>
          <a:xfrm>
            <a:off x="5715000" y="2"/>
            <a:ext cx="0" cy="5786438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672E7BFE-C13B-38F8-C619-EE300B0F867C}"/>
              </a:ext>
            </a:extLst>
          </p:cNvPr>
          <p:cNvCxnSpPr/>
          <p:nvPr/>
        </p:nvCxnSpPr>
        <p:spPr>
          <a:xfrm>
            <a:off x="6286500" y="2"/>
            <a:ext cx="0" cy="5786438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1C31E54C-6C73-262D-094D-48885F393615}"/>
              </a:ext>
            </a:extLst>
          </p:cNvPr>
          <p:cNvCxnSpPr/>
          <p:nvPr/>
        </p:nvCxnSpPr>
        <p:spPr>
          <a:xfrm>
            <a:off x="6858000" y="2"/>
            <a:ext cx="0" cy="5786438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1C5525C2-0302-4CBC-A8C8-D6B922C51FEB}"/>
              </a:ext>
            </a:extLst>
          </p:cNvPr>
          <p:cNvCxnSpPr/>
          <p:nvPr/>
        </p:nvCxnSpPr>
        <p:spPr>
          <a:xfrm>
            <a:off x="7429500" y="2"/>
            <a:ext cx="0" cy="5786438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63C6DFD-01FE-9216-8624-9A251EE1B4F4}"/>
              </a:ext>
            </a:extLst>
          </p:cNvPr>
          <p:cNvCxnSpPr/>
          <p:nvPr/>
        </p:nvCxnSpPr>
        <p:spPr>
          <a:xfrm>
            <a:off x="8001000" y="1183"/>
            <a:ext cx="0" cy="5786438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8CBC73AB-D91F-7746-B732-F7194E27F962}"/>
              </a:ext>
            </a:extLst>
          </p:cNvPr>
          <p:cNvCxnSpPr/>
          <p:nvPr/>
        </p:nvCxnSpPr>
        <p:spPr>
          <a:xfrm>
            <a:off x="8572500" y="1183"/>
            <a:ext cx="0" cy="5786438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D9159725-152C-6DC3-F31C-3F0C12055105}"/>
              </a:ext>
            </a:extLst>
          </p:cNvPr>
          <p:cNvCxnSpPr/>
          <p:nvPr/>
        </p:nvCxnSpPr>
        <p:spPr>
          <a:xfrm>
            <a:off x="9144000" y="1183"/>
            <a:ext cx="0" cy="5786438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EDE05150-F593-3B66-5587-E2B6633F4D38}"/>
              </a:ext>
            </a:extLst>
          </p:cNvPr>
          <p:cNvCxnSpPr/>
          <p:nvPr/>
        </p:nvCxnSpPr>
        <p:spPr>
          <a:xfrm>
            <a:off x="9715500" y="1183"/>
            <a:ext cx="0" cy="5786438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ECD9BE0D-B06A-A50A-D43B-06FFECCC608B}"/>
              </a:ext>
            </a:extLst>
          </p:cNvPr>
          <p:cNvCxnSpPr/>
          <p:nvPr/>
        </p:nvCxnSpPr>
        <p:spPr>
          <a:xfrm>
            <a:off x="0" y="571500"/>
            <a:ext cx="10287000" cy="0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3C416C48-40DF-4763-F5B2-DFDB7A99409D}"/>
              </a:ext>
            </a:extLst>
          </p:cNvPr>
          <p:cNvCxnSpPr/>
          <p:nvPr/>
        </p:nvCxnSpPr>
        <p:spPr>
          <a:xfrm>
            <a:off x="0" y="1143000"/>
            <a:ext cx="10287000" cy="0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253A2D9-20DB-444E-57AD-963A47EDD8CA}"/>
              </a:ext>
            </a:extLst>
          </p:cNvPr>
          <p:cNvCxnSpPr/>
          <p:nvPr/>
        </p:nvCxnSpPr>
        <p:spPr>
          <a:xfrm>
            <a:off x="0" y="1714500"/>
            <a:ext cx="10287000" cy="0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FD0BD626-E164-A11B-5885-22E5065C1FAF}"/>
              </a:ext>
            </a:extLst>
          </p:cNvPr>
          <p:cNvCxnSpPr/>
          <p:nvPr/>
        </p:nvCxnSpPr>
        <p:spPr>
          <a:xfrm>
            <a:off x="0" y="2286000"/>
            <a:ext cx="10287000" cy="0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048ACEB7-6EA6-CA94-E3B6-437BE435CBB3}"/>
              </a:ext>
            </a:extLst>
          </p:cNvPr>
          <p:cNvCxnSpPr/>
          <p:nvPr/>
        </p:nvCxnSpPr>
        <p:spPr>
          <a:xfrm>
            <a:off x="0" y="3429000"/>
            <a:ext cx="10287000" cy="0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A8D823BE-EEF8-E43B-23AC-12BA505D8B44}"/>
              </a:ext>
            </a:extLst>
          </p:cNvPr>
          <p:cNvCxnSpPr/>
          <p:nvPr/>
        </p:nvCxnSpPr>
        <p:spPr>
          <a:xfrm>
            <a:off x="0" y="4000500"/>
            <a:ext cx="10287000" cy="0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37BC18AE-0736-B101-6CD5-6B3EE040EA47}"/>
              </a:ext>
            </a:extLst>
          </p:cNvPr>
          <p:cNvCxnSpPr/>
          <p:nvPr/>
        </p:nvCxnSpPr>
        <p:spPr>
          <a:xfrm>
            <a:off x="0" y="4572000"/>
            <a:ext cx="10287000" cy="0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6AFFFDAC-669D-CB9D-76F4-55267E4618FB}"/>
              </a:ext>
            </a:extLst>
          </p:cNvPr>
          <p:cNvCxnSpPr/>
          <p:nvPr/>
        </p:nvCxnSpPr>
        <p:spPr>
          <a:xfrm>
            <a:off x="0" y="5143500"/>
            <a:ext cx="10287000" cy="0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489C2465-FB69-E3E0-4E9C-2D78E2F55EA0}"/>
              </a:ext>
            </a:extLst>
          </p:cNvPr>
          <p:cNvCxnSpPr/>
          <p:nvPr/>
        </p:nvCxnSpPr>
        <p:spPr>
          <a:xfrm>
            <a:off x="0" y="2894400"/>
            <a:ext cx="10287000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  <a:effectLst>
            <a:outerShdw blurRad="101600" algn="ctr" rotWithShape="0">
              <a:schemeClr val="tx1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47EB6936-55B6-E56D-EA95-98BCCF55E57D}"/>
              </a:ext>
            </a:extLst>
          </p:cNvPr>
          <p:cNvCxnSpPr/>
          <p:nvPr/>
        </p:nvCxnSpPr>
        <p:spPr>
          <a:xfrm flipV="1">
            <a:off x="5146200" y="2"/>
            <a:ext cx="0" cy="5786438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  <a:effectLst>
            <a:outerShdw blurRad="101600" algn="ctr" rotWithShape="0">
              <a:schemeClr val="tx1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타원 1">
            <a:extLst>
              <a:ext uri="{FF2B5EF4-FFF2-40B4-BE49-F238E27FC236}">
                <a16:creationId xmlns:a16="http://schemas.microsoft.com/office/drawing/2014/main" id="{6F16227B-A8D8-4BDF-93C2-2B9CF1CA4D71}"/>
              </a:ext>
            </a:extLst>
          </p:cNvPr>
          <p:cNvSpPr/>
          <p:nvPr/>
        </p:nvSpPr>
        <p:spPr>
          <a:xfrm>
            <a:off x="10284300" y="0"/>
            <a:ext cx="135000" cy="1350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101600" algn="ctr" rotWithShape="0">
              <a:schemeClr val="tx1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4050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89AE77F1-88B2-DD74-4B77-D7A20F9E117E}"/>
              </a:ext>
            </a:extLst>
          </p:cNvPr>
          <p:cNvCxnSpPr>
            <a:cxnSpLocks/>
          </p:cNvCxnSpPr>
          <p:nvPr/>
        </p:nvCxnSpPr>
        <p:spPr>
          <a:xfrm flipV="1">
            <a:off x="11400" y="5786438"/>
            <a:ext cx="11804400" cy="0"/>
          </a:xfrm>
          <a:prstGeom prst="line">
            <a:avLst/>
          </a:prstGeom>
          <a:ln w="38100">
            <a:solidFill>
              <a:schemeClr val="tx1"/>
            </a:solidFill>
          </a:ln>
          <a:effectLst>
            <a:outerShdw blurRad="101600" algn="ctr" rotWithShape="0">
              <a:schemeClr val="tx1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58677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CA5ED7-2D15-E5EE-D767-EF0DFA8AF3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3E6542DB-F4FE-4F29-B016-B18C794E6AF7}"/>
              </a:ext>
            </a:extLst>
          </p:cNvPr>
          <p:cNvCxnSpPr/>
          <p:nvPr/>
        </p:nvCxnSpPr>
        <p:spPr>
          <a:xfrm>
            <a:off x="571500" y="2"/>
            <a:ext cx="0" cy="5786438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FE9D02FD-90FE-64C4-3DA1-5331240DE94E}"/>
              </a:ext>
            </a:extLst>
          </p:cNvPr>
          <p:cNvCxnSpPr/>
          <p:nvPr/>
        </p:nvCxnSpPr>
        <p:spPr>
          <a:xfrm>
            <a:off x="1143000" y="2"/>
            <a:ext cx="0" cy="5786438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113DD208-1278-555C-F047-8D7C6CDA83C6}"/>
              </a:ext>
            </a:extLst>
          </p:cNvPr>
          <p:cNvCxnSpPr/>
          <p:nvPr/>
        </p:nvCxnSpPr>
        <p:spPr>
          <a:xfrm>
            <a:off x="1714500" y="2"/>
            <a:ext cx="0" cy="5786438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733AC387-77B3-AF35-B391-5A0D2FF19D51}"/>
              </a:ext>
            </a:extLst>
          </p:cNvPr>
          <p:cNvCxnSpPr/>
          <p:nvPr/>
        </p:nvCxnSpPr>
        <p:spPr>
          <a:xfrm>
            <a:off x="2286000" y="2"/>
            <a:ext cx="0" cy="5786438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37AE6EBF-F320-47AD-2DAC-B3EFC9960D82}"/>
              </a:ext>
            </a:extLst>
          </p:cNvPr>
          <p:cNvCxnSpPr/>
          <p:nvPr/>
        </p:nvCxnSpPr>
        <p:spPr>
          <a:xfrm>
            <a:off x="2857500" y="1183"/>
            <a:ext cx="0" cy="5786438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947BEA92-0C34-7496-2E9F-DE8D9C5B8E63}"/>
              </a:ext>
            </a:extLst>
          </p:cNvPr>
          <p:cNvCxnSpPr/>
          <p:nvPr/>
        </p:nvCxnSpPr>
        <p:spPr>
          <a:xfrm>
            <a:off x="3429000" y="1183"/>
            <a:ext cx="0" cy="5786438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E55BF752-8AC9-1E51-3AC9-9CD3B24890E9}"/>
              </a:ext>
            </a:extLst>
          </p:cNvPr>
          <p:cNvCxnSpPr/>
          <p:nvPr/>
        </p:nvCxnSpPr>
        <p:spPr>
          <a:xfrm>
            <a:off x="4000500" y="1183"/>
            <a:ext cx="0" cy="5786438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9E0159AA-D969-C7EA-91D4-6C5D7D365E85}"/>
              </a:ext>
            </a:extLst>
          </p:cNvPr>
          <p:cNvCxnSpPr/>
          <p:nvPr/>
        </p:nvCxnSpPr>
        <p:spPr>
          <a:xfrm>
            <a:off x="4572000" y="1183"/>
            <a:ext cx="0" cy="5786438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8D078347-5A3A-D42C-14BA-9E160935661E}"/>
              </a:ext>
            </a:extLst>
          </p:cNvPr>
          <p:cNvCxnSpPr/>
          <p:nvPr/>
        </p:nvCxnSpPr>
        <p:spPr>
          <a:xfrm>
            <a:off x="5715000" y="2"/>
            <a:ext cx="0" cy="5786438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B9AB431D-3E5A-AA42-4A05-8E4002F3B55A}"/>
              </a:ext>
            </a:extLst>
          </p:cNvPr>
          <p:cNvCxnSpPr/>
          <p:nvPr/>
        </p:nvCxnSpPr>
        <p:spPr>
          <a:xfrm>
            <a:off x="6286500" y="2"/>
            <a:ext cx="0" cy="5786438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1C3150EA-77AB-CF0A-B571-BF5B74AEF8A9}"/>
              </a:ext>
            </a:extLst>
          </p:cNvPr>
          <p:cNvCxnSpPr/>
          <p:nvPr/>
        </p:nvCxnSpPr>
        <p:spPr>
          <a:xfrm>
            <a:off x="6858000" y="2"/>
            <a:ext cx="0" cy="5786438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2EDE3286-036D-251F-09EB-A62F0EEB463B}"/>
              </a:ext>
            </a:extLst>
          </p:cNvPr>
          <p:cNvCxnSpPr/>
          <p:nvPr/>
        </p:nvCxnSpPr>
        <p:spPr>
          <a:xfrm>
            <a:off x="7429500" y="2"/>
            <a:ext cx="0" cy="5786438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055077C7-A925-BEFB-8C94-00590B3B269B}"/>
              </a:ext>
            </a:extLst>
          </p:cNvPr>
          <p:cNvCxnSpPr/>
          <p:nvPr/>
        </p:nvCxnSpPr>
        <p:spPr>
          <a:xfrm>
            <a:off x="8001000" y="1183"/>
            <a:ext cx="0" cy="5786438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937B9761-47D7-BD0F-A382-C8CA75BF6341}"/>
              </a:ext>
            </a:extLst>
          </p:cNvPr>
          <p:cNvCxnSpPr/>
          <p:nvPr/>
        </p:nvCxnSpPr>
        <p:spPr>
          <a:xfrm>
            <a:off x="8572500" y="1183"/>
            <a:ext cx="0" cy="5786438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C2ADFC01-9757-017F-0CE5-EEC5EEEF8FB2}"/>
              </a:ext>
            </a:extLst>
          </p:cNvPr>
          <p:cNvCxnSpPr/>
          <p:nvPr/>
        </p:nvCxnSpPr>
        <p:spPr>
          <a:xfrm>
            <a:off x="9144000" y="1183"/>
            <a:ext cx="0" cy="5786438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94524032-975F-9A5C-2CCD-CB3F9413FB93}"/>
              </a:ext>
            </a:extLst>
          </p:cNvPr>
          <p:cNvCxnSpPr/>
          <p:nvPr/>
        </p:nvCxnSpPr>
        <p:spPr>
          <a:xfrm>
            <a:off x="9715500" y="1183"/>
            <a:ext cx="0" cy="5786438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62FDB796-605B-89D7-A9A6-4B4EB1FC595F}"/>
              </a:ext>
            </a:extLst>
          </p:cNvPr>
          <p:cNvCxnSpPr/>
          <p:nvPr/>
        </p:nvCxnSpPr>
        <p:spPr>
          <a:xfrm>
            <a:off x="0" y="571500"/>
            <a:ext cx="10287000" cy="0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04D86664-4C98-58FD-C2A9-313BEACAF509}"/>
              </a:ext>
            </a:extLst>
          </p:cNvPr>
          <p:cNvCxnSpPr/>
          <p:nvPr/>
        </p:nvCxnSpPr>
        <p:spPr>
          <a:xfrm>
            <a:off x="0" y="1143000"/>
            <a:ext cx="10287000" cy="0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CE7C8BB2-20CB-FA0F-080A-F89EE7197CC5}"/>
              </a:ext>
            </a:extLst>
          </p:cNvPr>
          <p:cNvCxnSpPr/>
          <p:nvPr/>
        </p:nvCxnSpPr>
        <p:spPr>
          <a:xfrm>
            <a:off x="0" y="1714500"/>
            <a:ext cx="10287000" cy="0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연결선 52">
            <a:extLst>
              <a:ext uri="{FF2B5EF4-FFF2-40B4-BE49-F238E27FC236}">
                <a16:creationId xmlns:a16="http://schemas.microsoft.com/office/drawing/2014/main" id="{ED3FFC0F-F62C-4122-B017-5098F62BD5A1}"/>
              </a:ext>
            </a:extLst>
          </p:cNvPr>
          <p:cNvCxnSpPr/>
          <p:nvPr/>
        </p:nvCxnSpPr>
        <p:spPr>
          <a:xfrm>
            <a:off x="0" y="2286000"/>
            <a:ext cx="10287000" cy="0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E18E7E87-E28E-D77D-4134-0FF7A9810E05}"/>
              </a:ext>
            </a:extLst>
          </p:cNvPr>
          <p:cNvCxnSpPr/>
          <p:nvPr/>
        </p:nvCxnSpPr>
        <p:spPr>
          <a:xfrm>
            <a:off x="0" y="3429000"/>
            <a:ext cx="10287000" cy="0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FB8CB08C-683A-0F91-8F8F-57F081E2416A}"/>
              </a:ext>
            </a:extLst>
          </p:cNvPr>
          <p:cNvCxnSpPr/>
          <p:nvPr/>
        </p:nvCxnSpPr>
        <p:spPr>
          <a:xfrm>
            <a:off x="0" y="4000500"/>
            <a:ext cx="10287000" cy="0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258E4661-6504-2E35-0223-E420559E61C0}"/>
              </a:ext>
            </a:extLst>
          </p:cNvPr>
          <p:cNvCxnSpPr/>
          <p:nvPr/>
        </p:nvCxnSpPr>
        <p:spPr>
          <a:xfrm>
            <a:off x="0" y="4572000"/>
            <a:ext cx="10287000" cy="0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C7959C3F-76ED-5E47-9E77-1182C7510180}"/>
              </a:ext>
            </a:extLst>
          </p:cNvPr>
          <p:cNvCxnSpPr/>
          <p:nvPr/>
        </p:nvCxnSpPr>
        <p:spPr>
          <a:xfrm>
            <a:off x="0" y="5143500"/>
            <a:ext cx="10287000" cy="0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E153EEF7-0B81-114B-F751-4E19DF094749}"/>
              </a:ext>
            </a:extLst>
          </p:cNvPr>
          <p:cNvCxnSpPr/>
          <p:nvPr/>
        </p:nvCxnSpPr>
        <p:spPr>
          <a:xfrm>
            <a:off x="0" y="2858400"/>
            <a:ext cx="10287000" cy="0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28EB7759-5403-70F0-B020-72F45B2EAF38}"/>
              </a:ext>
            </a:extLst>
          </p:cNvPr>
          <p:cNvCxnSpPr/>
          <p:nvPr/>
        </p:nvCxnSpPr>
        <p:spPr>
          <a:xfrm>
            <a:off x="5144400" y="0"/>
            <a:ext cx="0" cy="5786438"/>
          </a:xfrm>
          <a:prstGeom prst="line">
            <a:avLst/>
          </a:prstGeom>
          <a:ln w="25400">
            <a:solidFill>
              <a:srgbClr val="7F7F7F"/>
            </a:solidFill>
          </a:ln>
          <a:effectLst>
            <a:outerShdw blurRad="50800" algn="ctr" rotWithShape="0">
              <a:srgbClr val="7F7F7F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73105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F46216B-77A9-411A-B9D3-5023FCB7020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63</TotalTime>
  <Words>0</Words>
  <Application>Microsoft Office PowerPoint</Application>
  <PresentationFormat>사용자 지정</PresentationFormat>
  <Paragraphs>0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LG-gram</dc:creator>
  <cp:lastModifiedBy>LG-gram</cp:lastModifiedBy>
  <cp:revision>11</cp:revision>
  <dcterms:created xsi:type="dcterms:W3CDTF">2026-07-09T07:02:27Z</dcterms:created>
  <dcterms:modified xsi:type="dcterms:W3CDTF">2026-08-19T02:32:33Z</dcterms:modified>
</cp:coreProperties>
</file>