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4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13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0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45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515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77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0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69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92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506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00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69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EC798-097D-4CC0-8FC4-AE38FC7ECE7F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A795F-D222-4098-8C64-720E35EE9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1535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9D79A9C-F2E6-4294-AFB9-B72CE6FEB325}"/>
              </a:ext>
            </a:extLst>
          </p:cNvPr>
          <p:cNvCxnSpPr/>
          <p:nvPr/>
        </p:nvCxnSpPr>
        <p:spPr>
          <a:xfrm>
            <a:off x="381000" y="0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3CB81F-031F-7EF1-35F7-27F0FA8CD5F5}"/>
              </a:ext>
            </a:extLst>
          </p:cNvPr>
          <p:cNvCxnSpPr/>
          <p:nvPr/>
        </p:nvCxnSpPr>
        <p:spPr>
          <a:xfrm>
            <a:off x="762000" y="0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EB1F0C8-2242-CCCF-FB71-159EDA452762}"/>
              </a:ext>
            </a:extLst>
          </p:cNvPr>
          <p:cNvCxnSpPr/>
          <p:nvPr/>
        </p:nvCxnSpPr>
        <p:spPr>
          <a:xfrm>
            <a:off x="1143000" y="0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AE82D9C-4D65-F4A6-5938-C5D2984F20B0}"/>
              </a:ext>
            </a:extLst>
          </p:cNvPr>
          <p:cNvCxnSpPr/>
          <p:nvPr/>
        </p:nvCxnSpPr>
        <p:spPr>
          <a:xfrm>
            <a:off x="1524000" y="0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1606EFD-822C-CE40-A107-5050B7D4801A}"/>
              </a:ext>
            </a:extLst>
          </p:cNvPr>
          <p:cNvCxnSpPr/>
          <p:nvPr/>
        </p:nvCxnSpPr>
        <p:spPr>
          <a:xfrm>
            <a:off x="1905000" y="787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1A9843C-FEFE-646C-BB03-A458D16919DD}"/>
              </a:ext>
            </a:extLst>
          </p:cNvPr>
          <p:cNvCxnSpPr/>
          <p:nvPr/>
        </p:nvCxnSpPr>
        <p:spPr>
          <a:xfrm>
            <a:off x="2286000" y="787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E3F48BE-AB03-8EEC-275A-7D9BEE432F08}"/>
              </a:ext>
            </a:extLst>
          </p:cNvPr>
          <p:cNvCxnSpPr/>
          <p:nvPr/>
        </p:nvCxnSpPr>
        <p:spPr>
          <a:xfrm>
            <a:off x="2667000" y="787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6A5E421-2098-AEB9-A982-F7FFD21737B3}"/>
              </a:ext>
            </a:extLst>
          </p:cNvPr>
          <p:cNvCxnSpPr/>
          <p:nvPr/>
        </p:nvCxnSpPr>
        <p:spPr>
          <a:xfrm>
            <a:off x="3048000" y="787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3A3E96B-DF42-E179-05BA-ECA2CB56EAF7}"/>
              </a:ext>
            </a:extLst>
          </p:cNvPr>
          <p:cNvCxnSpPr/>
          <p:nvPr/>
        </p:nvCxnSpPr>
        <p:spPr>
          <a:xfrm>
            <a:off x="3810000" y="0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72E7BFE-C13B-38F8-C619-EE300B0F867C}"/>
              </a:ext>
            </a:extLst>
          </p:cNvPr>
          <p:cNvCxnSpPr/>
          <p:nvPr/>
        </p:nvCxnSpPr>
        <p:spPr>
          <a:xfrm>
            <a:off x="4191000" y="0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C31E54C-6C73-262D-094D-48885F393615}"/>
              </a:ext>
            </a:extLst>
          </p:cNvPr>
          <p:cNvCxnSpPr/>
          <p:nvPr/>
        </p:nvCxnSpPr>
        <p:spPr>
          <a:xfrm>
            <a:off x="4572000" y="0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C5525C2-0302-4CBC-A8C8-D6B922C51FEB}"/>
              </a:ext>
            </a:extLst>
          </p:cNvPr>
          <p:cNvCxnSpPr/>
          <p:nvPr/>
        </p:nvCxnSpPr>
        <p:spPr>
          <a:xfrm>
            <a:off x="4953000" y="0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63C6DFD-01FE-9216-8624-9A251EE1B4F4}"/>
              </a:ext>
            </a:extLst>
          </p:cNvPr>
          <p:cNvCxnSpPr/>
          <p:nvPr/>
        </p:nvCxnSpPr>
        <p:spPr>
          <a:xfrm>
            <a:off x="5334000" y="787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CBC73AB-D91F-7746-B732-F7194E27F962}"/>
              </a:ext>
            </a:extLst>
          </p:cNvPr>
          <p:cNvCxnSpPr/>
          <p:nvPr/>
        </p:nvCxnSpPr>
        <p:spPr>
          <a:xfrm>
            <a:off x="5715000" y="787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9159725-152C-6DC3-F31C-3F0C12055105}"/>
              </a:ext>
            </a:extLst>
          </p:cNvPr>
          <p:cNvCxnSpPr/>
          <p:nvPr/>
        </p:nvCxnSpPr>
        <p:spPr>
          <a:xfrm>
            <a:off x="6096000" y="787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DE05150-F593-3B66-5587-E2B6633F4D38}"/>
              </a:ext>
            </a:extLst>
          </p:cNvPr>
          <p:cNvCxnSpPr/>
          <p:nvPr/>
        </p:nvCxnSpPr>
        <p:spPr>
          <a:xfrm>
            <a:off x="6477000" y="787"/>
            <a:ext cx="0" cy="3857625"/>
          </a:xfrm>
          <a:prstGeom prst="line">
            <a:avLst/>
          </a:prstGeom>
          <a:ln w="25400">
            <a:solidFill>
              <a:srgbClr val="7F7F7F"/>
            </a:solidFill>
          </a:ln>
          <a:effectLst>
            <a:outerShdw blurRad="50800" algn="ctr" rotWithShape="0">
              <a:srgbClr val="7F7F7F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89C2465-FB69-E3E0-4E9C-2D78E2F55EA0}"/>
              </a:ext>
            </a:extLst>
          </p:cNvPr>
          <p:cNvCxnSpPr/>
          <p:nvPr/>
        </p:nvCxnSpPr>
        <p:spPr>
          <a:xfrm>
            <a:off x="0" y="1929600"/>
            <a:ext cx="685800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  <a:effectLst>
            <a:outerShdw blurRad="101600" algn="ctr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7EB6936-55B6-E56D-EA95-98BCCF55E57D}"/>
              </a:ext>
            </a:extLst>
          </p:cNvPr>
          <p:cNvCxnSpPr/>
          <p:nvPr/>
        </p:nvCxnSpPr>
        <p:spPr>
          <a:xfrm flipV="1">
            <a:off x="3430800" y="0"/>
            <a:ext cx="0" cy="385762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  <a:effectLst>
            <a:outerShdw blurRad="101600" algn="ctr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86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LG-gram</dc:creator>
  <cp:lastModifiedBy>LG-gram</cp:lastModifiedBy>
  <cp:revision>2</cp:revision>
  <dcterms:created xsi:type="dcterms:W3CDTF">2026-07-09T07:02:27Z</dcterms:created>
  <dcterms:modified xsi:type="dcterms:W3CDTF">2026-07-09T07:19:01Z</dcterms:modified>
</cp:coreProperties>
</file>